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Transport Tracking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Management System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· Real-Time Tracking · Smart Ticketing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749040"/>
            <a:ext cx="1508760" cy="475488"/>
          </a:xfrm>
          <a:prstGeom prst="roundRect">
            <a:avLst>
              <a:gd name="adj" fmla="val 19231"/>
            </a:avLst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490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Kaviya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121408" y="3749040"/>
            <a:ext cx="1508760" cy="475488"/>
          </a:xfrm>
          <a:prstGeom prst="roundRect">
            <a:avLst>
              <a:gd name="adj" fmla="val 19231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21408" y="37490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785616" y="3749040"/>
            <a:ext cx="1508760" cy="475488"/>
          </a:xfrm>
          <a:prstGeom prst="roundRect">
            <a:avLst>
              <a:gd name="adj" fmla="val 19231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85616" y="37490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49824" y="3749040"/>
            <a:ext cx="1508760" cy="475488"/>
          </a:xfrm>
          <a:prstGeom prst="roundRect">
            <a:avLst>
              <a:gd name="adj" fmla="val 19231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49824" y="37490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14032" y="3749040"/>
            <a:ext cx="1508760" cy="475488"/>
          </a:xfrm>
          <a:prstGeom prst="roundRect">
            <a:avLst>
              <a:gd name="adj" fmla="val 1923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14032" y="37490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  |  Academic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intelligent web platform designed to modernize public transportation operations.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Real-time bus &amp; vehicle tracking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AI-driven ETA predictions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Digital ticketing &amp; payments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Multi-role platform: commuter, driver, admin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Works in rural &amp; low-network environments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37033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0060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 Live bus tracking on maps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AI-based ETA &amp; crowd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2606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 Digital ticketing via Razorpay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3108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Admin analytics 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SMS &amp; email delay alerts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Secure JWT authentication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977"/>
          </a:solidFill>
          <a:ln w="12700">
            <a:solidFill>
              <a:srgbClr val="0099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AI Modules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645920"/>
          </a:xfrm>
          <a:prstGeom prst="rect">
            <a:avLst/>
          </a:prstGeom>
          <a:solidFill>
            <a:srgbClr val="1E4D63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1965960" cy="34747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3258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MUI · Leaflet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· Socket.IO Client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965960" cy="1645920"/>
          </a:xfrm>
          <a:prstGeom prst="rect">
            <a:avLst/>
          </a:prstGeom>
          <a:solidFill>
            <a:srgbClr val="1E4D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914400"/>
            <a:ext cx="1965960" cy="34747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42032" y="13258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Express.js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JWT · Socket.IO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1965960" cy="1645920"/>
          </a:xfrm>
          <a:prstGeom prst="rect">
            <a:avLst/>
          </a:prstGeom>
          <a:solidFill>
            <a:srgbClr val="1E4D63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914400"/>
            <a:ext cx="196596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90872" y="13258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Groq Llama 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66560" y="914400"/>
            <a:ext cx="1965960" cy="1645920"/>
          </a:xfrm>
          <a:prstGeom prst="rect">
            <a:avLst/>
          </a:prstGeom>
          <a:solidFill>
            <a:srgbClr val="1E4D63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914400"/>
            <a:ext cx="1965960" cy="34747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39712" y="13258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Docker Compose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Cloudinary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54680"/>
          <a:ext cx="8503920" cy="164592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4480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9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Chatbot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Llama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language queries, route finding, booking bridge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 Predictor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(Scikit)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 arrival time from speed, traffic, weather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detour needs, suggests alternate waypoints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 Predictor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 density level &amp; passenger count on buses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Kaviya  —  Lead Backend, Auth &amp; AI Ops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91440" cy="117043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&amp; Identity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authController, authRoutes, JWT + RBAC middleware, userController &amp; userRoutes — full auth lifecycle management.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350008"/>
            <a:ext cx="91440" cy="117043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Real-time Tracking Logic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localBusController, tripController and all related routes — live GPS data ingestion from driver devices.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648456"/>
            <a:ext cx="91440" cy="117043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7398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Financial &amp; Booking Backend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" y="4087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paymentController (Razorpay integration), bookingController, bookingRoutes — end-to-end fare collection.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91440" cy="117043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SOS Emergency System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375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sosController &amp; sosRoutes — critical emergency response backend for passenger safety.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50008"/>
            <a:ext cx="91440" cy="117043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AI: Crowd Prediction Model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7375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 classifier + regressor: predicts crowd density (empty→overcrowded) &amp; passenger count.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48456"/>
            <a:ext cx="91440" cy="117043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7398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AI: Route Optimization Model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73752" y="4087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 model: detects detour need from live traffic &amp; weather, recommends alternate waypoints.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Vinod  —  Lead Backend, AI &amp; DevOps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91440" cy="11704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Infrastructure &amp; DevOps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Dockerfiles for backend &amp; AI, .env management, CI/CD pipeline orchestration, container strategy.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350008"/>
            <a:ext cx="91440" cy="11704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System Core &amp; Data Design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server.js, app.js, all config (db.js, Cloudinary, OSRM), and core schemas: Vehicle, Route, User, Trip.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648456"/>
            <a:ext cx="91440" cy="11704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7398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Automation &amp; Background Jobs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" y="4087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localBusSimulator, etaEmailJob, etaSmsJob cron jobs + seeding scripts (runAllSeeds, seedUsers, etc.).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91440" cy="11704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AI: Chatbot System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375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chatbotController, chatbotRoutes, ChatbotWidget.js — Groq Llama 3 integration with booking bridge.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50008"/>
            <a:ext cx="91440" cy="11704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AI: ETA Prediction Model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7375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via FastAPI: predicts bus arrival from distance, speed, weather, traffic &amp; rush hour.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48456"/>
            <a:ext cx="91440" cy="11704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7398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AI Core Infrastructure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73752" y="4087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ai/main.py, ai/download_models.py, requirements.txt, upload_models.py — full AI microservice lifecycle.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Sagar  —  Frontend Architect &amp; Full-Stack Admin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91440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Real-time Tracking Maps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Track.js, localBusMap.js, MapWeatherOverlay.js — live multi-bus and single-bus map interfaces with weather overlay.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350008"/>
            <a:ext cx="91440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&amp; Admin Backend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dashboardController, notificationController, routeController and their routes — system-wide admin data APIs.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648456"/>
            <a:ext cx="91440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7398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Admin Portal (Frontend)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" y="4087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under frontend/src/pages/admin/, AdminLayout.css, AdminAssignDriver.css — complete admin UI.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91440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Frontend API Layer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375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frontend/src/api/ — Axios API clients, interceptors, and ErrorBoundary.js for resilient data fetching.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50008"/>
            <a:ext cx="91440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Utility UI Components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7375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SkeletonLoader.js, EmptyState.js, Toast.js — reusable feedback and loading-state components.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Dhanush  —  Frontend Feature Lead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91440" cy="11704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 Booking Experience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Book.js, ConfirmBooking.js, MyBooking.js — complete ticket booking flow from search to confirmation.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350008"/>
            <a:ext cx="91440" cy="11704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💺  Seat Map &amp; Modals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SeatMap.js, ConfirmationModal.js — interactive seat selection with visual bus layout and booking modals.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648456"/>
            <a:ext cx="91440" cy="11704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7398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 Vehicle Discovery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" y="4087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Vehicles.js, Favorites.js, VehicleCard.js, BookingAlertToggle.js — browse and track favorite bus routes.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91440" cy="11704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 Inbox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375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Notifications.js — user-facing alert inbox displaying delay notices and booking confirmations.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50008"/>
            <a:ext cx="91440" cy="11704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Driver Operations Portal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7375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frontend/src/pages/driver/ portal — GPS broadcasting, trip status updates, and interactive driver logs.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Seni  —  Frontend UI/UX &amp; Core Content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91440" cy="1170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Core Brand Pages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Home.js, About.js, Contact.js, NotFound.js — the public-facing identity and landing experience of the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350008"/>
            <a:ext cx="91440" cy="1170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Identity Flow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Profile.js, Settings.js, Auth.js (login/register layout), LoginForm.js &amp; RegisterForm.js — user account journey.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648456"/>
            <a:ext cx="91440" cy="1170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7398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 Page UI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" y="4087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frontend page — UX flow for Razorpay checkout, fare confirmation screens, and receipt display.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91440" cy="1170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Driver Dashboard UI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375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dashboard interface — trip status panels, GPS broadcast toggle, and operational driver view.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50008"/>
            <a:ext cx="91440" cy="1170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Global Design System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7375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global CSS tokens, component-level styles, Navbar.js, Footer.js, LoadingSpinner.js, ConfirmDialog.js.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D63"/>
          </a:solidFill>
          <a:ln w="12700">
            <a:solidFill>
              <a:srgbClr val="1E4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How It All Fits Together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920240"/>
          </a:xfrm>
          <a:prstGeom prst="rect">
            <a:avLst/>
          </a:prstGeom>
          <a:solidFill>
            <a:srgbClr val="1E4D63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38404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SPA · Role-based views for Commuter, Driver &amp; Admin · Leaflet live maps · Responsive design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743200" cy="1920240"/>
          </a:xfrm>
          <a:prstGeom prst="rect">
            <a:avLst/>
          </a:prstGeom>
          <a:solidFill>
            <a:srgbClr val="1E4D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914400"/>
            <a:ext cx="2743200" cy="384048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3716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API · Socket.IO real-time · MongoDB · JWT Auth · Razorpay · Twilio · Nodemailer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914400"/>
            <a:ext cx="2743200" cy="1920240"/>
          </a:xfrm>
          <a:prstGeom prst="rect">
            <a:avLst/>
          </a:prstGeom>
          <a:solidFill>
            <a:srgbClr val="1E4D63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914400"/>
            <a:ext cx="2743200" cy="3840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Microservice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13716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· Random Forest ETA · GradientBoosting Route &amp; Crowd · Groq Llama 3 Chatbot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90088" y="1874520"/>
            <a:ext cx="301752" cy="0"/>
          </a:xfrm>
          <a:prstGeom prst="line">
            <a:avLst/>
          </a:prstGeom>
          <a:noFill/>
          <a:ln w="25400">
            <a:solidFill>
              <a:srgbClr val="00C49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874520"/>
            <a:ext cx="301752" cy="0"/>
          </a:xfrm>
          <a:prstGeom prst="line">
            <a:avLst/>
          </a:prstGeom>
          <a:noFill/>
          <a:ln w="2540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175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 SDGs Addressed: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401568"/>
            <a:ext cx="1965960" cy="475488"/>
          </a:xfrm>
          <a:prstGeom prst="rect">
            <a:avLst/>
          </a:prstGeom>
          <a:solidFill>
            <a:srgbClr val="1E4D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0156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 Innovation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23160" y="3401568"/>
            <a:ext cx="1965960" cy="475488"/>
          </a:xfrm>
          <a:prstGeom prst="rect">
            <a:avLst/>
          </a:prstGeom>
          <a:solidFill>
            <a:srgbClr val="1E4D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340156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 Sustainable Cities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401568"/>
            <a:ext cx="1965960" cy="475488"/>
          </a:xfrm>
          <a:prstGeom prst="rect">
            <a:avLst/>
          </a:prstGeom>
          <a:solidFill>
            <a:srgbClr val="1E4D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40156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 Clean Energy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3401568"/>
            <a:ext cx="1965960" cy="475488"/>
          </a:xfrm>
          <a:prstGeom prst="rect">
            <a:avLst/>
          </a:prstGeom>
          <a:solidFill>
            <a:srgbClr val="1E4D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40156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  Climate Action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0690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"Digitizing Public Transport — because real-time means real progress."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4592" y="914400"/>
            <a:ext cx="1600200" cy="3931920"/>
          </a:xfrm>
          <a:prstGeom prst="rect">
            <a:avLst/>
          </a:prstGeom>
          <a:solidFill>
            <a:srgbClr val="1E4D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0"/>
            <a:ext cx="1600200" cy="475488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9144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Kaviya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" y="1435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Backend, Auth &amp; AI Ops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7744" y="19842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&amp; JWT/RBAC security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744" y="23225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tracking backend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" y="26609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Booking &amp; payment backend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7744" y="29992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SOS emergency system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7744" y="33375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AI: Crowd Prediction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7744" y="367588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AI: Route Optimization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38528" y="914400"/>
            <a:ext cx="1600200" cy="3931920"/>
          </a:xfrm>
          <a:prstGeom prst="rect">
            <a:avLst/>
          </a:prstGeom>
          <a:solidFill>
            <a:srgbClr val="1E4D63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38528" y="914400"/>
            <a:ext cx="1600200" cy="47548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9144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84248" y="1435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Backend, AI &amp; DevOps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19842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&amp; CI/CD infra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11680" y="23225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server &amp; DB design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0" y="26609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Automation &amp; cron jobs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29992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AI: ETA Prediction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11680" y="33375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AI: Chatbot (Groq)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11680" y="367588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microservice core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12464" y="914400"/>
            <a:ext cx="1600200" cy="3931920"/>
          </a:xfrm>
          <a:prstGeom prst="rect">
            <a:avLst/>
          </a:prstGeom>
          <a:solidFill>
            <a:srgbClr val="1E4D6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12464" y="914400"/>
            <a:ext cx="1600200" cy="47548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12464" y="9144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58184" y="1435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 &amp; Admin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85616" y="19842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tracking maps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85616" y="23225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backend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785616" y="26609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portal UI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85616" y="29992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API layer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85616" y="33375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Utility components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0" y="914400"/>
            <a:ext cx="1600200" cy="3931920"/>
          </a:xfrm>
          <a:prstGeom prst="rect">
            <a:avLst/>
          </a:prstGeom>
          <a:solidFill>
            <a:srgbClr val="1E4D6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914400"/>
            <a:ext cx="1600200" cy="47548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9144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32120" y="1435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Feature Lead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59552" y="19842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Booking flow UI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59552" y="23225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Seat map &amp; modals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59552" y="26609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 discovery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59552" y="29992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Notifications inbox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559552" y="33375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 portal UI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60336" y="914400"/>
            <a:ext cx="1600200" cy="3931920"/>
          </a:xfrm>
          <a:prstGeom prst="rect">
            <a:avLst/>
          </a:prstGeom>
          <a:solidFill>
            <a:srgbClr val="1E4D63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60336" y="914400"/>
            <a:ext cx="160020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0336" y="9144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06056" y="1435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&amp; Core Content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33488" y="19842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Brand pages (Home etc)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33488" y="23225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auth page UI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333488" y="26609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page UI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333488" y="29992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 dashboard UI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333488" y="33375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design system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  •  Academic Project  •  Team of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Transport Tracking &amp; Management System</dc:title>
  <dc:subject>PptxGenJS Presentation</dc:subject>
  <dc:creator>PptxGenJS</dc:creator>
  <cp:lastModifiedBy>PptxGenJS</cp:lastModifiedBy>
  <cp:revision>1</cp:revision>
  <dcterms:created xsi:type="dcterms:W3CDTF">2026-05-07T12:48:57Z</dcterms:created>
  <dcterms:modified xsi:type="dcterms:W3CDTF">2026-05-07T12:48:57Z</dcterms:modified>
</cp:coreProperties>
</file>