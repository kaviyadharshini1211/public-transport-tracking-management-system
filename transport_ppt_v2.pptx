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5720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9144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Transport Tracking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16916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C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Management System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45720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· Real-Time Tracking · Smart Ticketing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57200" y="3749040"/>
            <a:ext cx="1508760" cy="475488"/>
          </a:xfrm>
          <a:prstGeom prst="roundRect">
            <a:avLst>
              <a:gd name="adj" fmla="val 19231"/>
            </a:avLst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749040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Kaviya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121408" y="3749040"/>
            <a:ext cx="1508760" cy="475488"/>
          </a:xfrm>
          <a:prstGeom prst="roundRect">
            <a:avLst>
              <a:gd name="adj" fmla="val 19231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121408" y="3749040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Vinod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785616" y="3749040"/>
            <a:ext cx="1508760" cy="475488"/>
          </a:xfrm>
          <a:prstGeom prst="roundRect">
            <a:avLst>
              <a:gd name="adj" fmla="val 19231"/>
            </a:avLst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785616" y="3749040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Sagar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49824" y="3749040"/>
            <a:ext cx="1508760" cy="475488"/>
          </a:xfrm>
          <a:prstGeom prst="roundRect">
            <a:avLst>
              <a:gd name="adj" fmla="val 19231"/>
            </a:avLst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49824" y="3749040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Dhanush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114032" y="3749040"/>
            <a:ext cx="1508760" cy="475488"/>
          </a:xfrm>
          <a:prstGeom prst="roundRect">
            <a:avLst>
              <a:gd name="adj" fmla="val 19231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114032" y="3749040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Senim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Lovely Professional University  |  Academic Project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93192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972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11480" y="1554480"/>
            <a:ext cx="37033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intelligent web platform designed to modernize public transportation operations.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Real-time bus &amp; vehicle tracking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AI-driven ETA predictions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Digital ticketing &amp; payments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Multi-role platform: commuter, driver, admin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Works in rural &amp; low-network environments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663440" y="960120"/>
            <a:ext cx="4114800" cy="3703320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0972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C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Objectives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800600" y="16002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🚌  Live bus tracking on maps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00600" y="21031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AI-based ETA &amp; crowd prediction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26060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🎫  Digital ticketing via Razorpay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00600" y="31089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Admin analytics dashboard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36118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SMS &amp; email delay alerts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41148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Secure JWT authentication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9977"/>
          </a:solidFill>
          <a:ln w="12700">
            <a:solidFill>
              <a:srgbClr val="0099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AI Modules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1965960" cy="1645920"/>
          </a:xfrm>
          <a:prstGeom prst="rect">
            <a:avLst/>
          </a:prstGeom>
          <a:solidFill>
            <a:srgbClr val="1E4D63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14400"/>
            <a:ext cx="1965960" cy="347472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1440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3192" y="13258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· MUI · Leaflet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· Socket.IO Client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468880" y="914400"/>
            <a:ext cx="1965960" cy="1645920"/>
          </a:xfrm>
          <a:prstGeom prst="rect">
            <a:avLst/>
          </a:prstGeom>
          <a:solidFill>
            <a:srgbClr val="1E4D63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68880" y="914400"/>
            <a:ext cx="1965960" cy="347472"/>
          </a:xfrm>
          <a:prstGeom prst="rect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91440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42032" y="13258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Express.js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· JWT · Socket.IO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17720" y="914400"/>
            <a:ext cx="1965960" cy="1645920"/>
          </a:xfrm>
          <a:prstGeom prst="rect">
            <a:avLst/>
          </a:prstGeom>
          <a:solidFill>
            <a:srgbClr val="1E4D63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17720" y="914400"/>
            <a:ext cx="1965960" cy="34747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91440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90872" y="13258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FastAPI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· Groq Llama 3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766560" y="914400"/>
            <a:ext cx="1965960" cy="1645920"/>
          </a:xfrm>
          <a:prstGeom prst="rect">
            <a:avLst/>
          </a:prstGeom>
          <a:solidFill>
            <a:srgbClr val="1E4D63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0" y="914400"/>
            <a:ext cx="1965960" cy="347472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91440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39712" y="13258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· Docker Compose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· Cloudinary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20040" y="2697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C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Modules</a:t>
            </a:r>
            <a:endParaRPr lang="en-US" sz="17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154680"/>
          <a:ext cx="8503920" cy="1645920"/>
        </p:xfrm>
        <a:graphic>
          <a:graphicData uri="http://schemas.openxmlformats.org/drawingml/2006/table">
            <a:tbl>
              <a:tblPr/>
              <a:tblGrid>
                <a:gridCol w="1920240"/>
                <a:gridCol w="2103120"/>
                <a:gridCol w="44805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49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49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49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Chatbot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Groq Llama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 language queries, route finding, booking bridge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4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 Predictor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(Scikit)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Predicts arrival time from speed, traffic, weather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4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 Optimizer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GradientBoosting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Detects detour needs, suggests alternate waypoints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4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Crowd Predictor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GradientBoosting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Predicts density level &amp; passenger count on buses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5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4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👑  Kaviya  —  Lead Backend, Auth &amp; AI Ops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51560"/>
            <a:ext cx="91440" cy="1170432"/>
          </a:xfrm>
          <a:prstGeom prst="rect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" y="11430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Security &amp; Identity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93192" y="1490472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authController, authRoutes, JWT + RBAC middleware, userController &amp; userRoutes — complete multi-role auth lifecycle.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2350008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2350008"/>
            <a:ext cx="91440" cy="1170432"/>
          </a:xfrm>
          <a:prstGeom prst="rect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244144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Real-time Tracking Backend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93192" y="278892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localBusController, tripController, all tracking routes — live GPS ingestion &amp; Socket.IO bus position broadcasts.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3648456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" y="3648456"/>
            <a:ext cx="91440" cy="1170432"/>
          </a:xfrm>
          <a:prstGeom prst="rect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" y="373989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Booking &amp; Payment Backend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93192" y="408736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bookingController, bookingRoutes, paymentController (Razorpay) — seat locking, fare calculation &amp; webhook handling.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105156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051560"/>
            <a:ext cx="91440" cy="1170432"/>
          </a:xfrm>
          <a:prstGeom prst="rect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73752" y="11430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 Docker &amp; Deployment (Shared)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873752" y="1490472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for backend service, docker-compose setup, environment config &amp; container networking with Vinod.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2350008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350008"/>
            <a:ext cx="91440" cy="1170432"/>
          </a:xfrm>
          <a:prstGeom prst="rect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3752" y="244144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AI: Crowd Prediction Model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873752" y="278892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GradientBoosting classifier + regressor: predicts crowd density (empty→overcrowded) &amp; exact passenger count.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3648456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3648456"/>
            <a:ext cx="91440" cy="1170432"/>
          </a:xfrm>
          <a:prstGeom prst="rect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73752" y="373989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AI: Route Optimization Model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873752" y="408736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GradientBoosting model: detects detour need from live traffic &amp; weather data, recommends alternate waypoints.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👑  Vinod  —  Lead Backend, AI &amp; DevOps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51560"/>
            <a:ext cx="91440" cy="1170432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" y="11430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 Docker &amp; CI/CD Infrastructure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93192" y="1490472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Dockerfiles for backend &amp; AI service, docker-compose orchestration, .env management &amp; CI/CD pipeline (shared with Kaviya).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2350008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2350008"/>
            <a:ext cx="91440" cy="1170432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244144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System Core &amp; DB Design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93192" y="278892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server.js, app.js, db.js, Cloudinary config, OSRM routing proxy — core schemas: Vehicle, Route, User, Trip, Booking.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3648456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" y="3648456"/>
            <a:ext cx="91440" cy="1170432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" y="373989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Automation &amp; Background Jobs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93192" y="408736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localBusSimulator, etaEmailJob, etaSmsJob cron jobs + all seeding scripts: runAllSeeds, seedVehicles, seedRoutes, seedUsers.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105156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051560"/>
            <a:ext cx="91440" cy="1170432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73752" y="11430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 Vehicle &amp; Intercity Route APIs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873752" y="1490472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vehicleController, vehicleRoutes, intercity routeController — fleet CRUD, status management &amp; route data APIs.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2350008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350008"/>
            <a:ext cx="91440" cy="1170432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3752" y="244144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AI: ETA Prediction Model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873752" y="278892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via FastAPI: predicts bus arrival from distance, speed, weather, traffic density &amp; rush-hour factor.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3648456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3648456"/>
            <a:ext cx="91440" cy="1170432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73752" y="373989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AI Core Infrastructure &amp; Chatbot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873752" y="408736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ai/main.py, download_models.py, upload_models.py — HuggingFace deployment + chatbotController, Groq Llama 3 chatbot routes.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 Sagar  —  Frontend Architect &amp; Full-Stack Admin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51560"/>
            <a:ext cx="91440" cy="117043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" y="11430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Real-time Tracking Maps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93192" y="1490472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Track.js, localBusMap.js, MapWeatherOverlay.js — live multi-bus &amp; single-bus Leaflet map UI with weather overlay.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2350008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2350008"/>
            <a:ext cx="91440" cy="117043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244144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Dashboard &amp; Notification Backend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93192" y="278892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dashboardController, notificationController &amp; routes — system analytics, delay alerts &amp; admin notification APIs.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3648456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" y="3648456"/>
            <a:ext cx="91440" cy="117043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" y="373989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 Admin Portal (Frontend)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93192" y="408736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pages under frontend/src/pages/admin/ — ManageRoutes, ManageVehicles, AdminAssignDriver, Reports UI.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105156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051560"/>
            <a:ext cx="91440" cy="117043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73752" y="11430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 Frontend API Layer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873752" y="1490472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frontend/src/api/ — all Axios API clients, request interceptors, auth token injection &amp; ErrorBoundary.js.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2350008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350008"/>
            <a:ext cx="91440" cy="117043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3752" y="244144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 Shared UI Components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873752" y="278892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SkeletonLoader.js, EmptyState.js, Toast.js, ConfirmDialog.js — reusable cross-feature feedback components.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 Dhanush  —  Frontend Feature Lead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51560"/>
            <a:ext cx="91440" cy="1170432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" y="11430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🎫  Booking &amp; Ticket Flow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93192" y="1490472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Book.js, ConfirmBooking.js, MyBooking.js, BookingHistory.js — end-to-end ticket booking from search to PDF receipt.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2350008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2350008"/>
            <a:ext cx="91440" cy="1170432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244144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💺  Seat Map &amp; Selection Modals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93192" y="278892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SeatMap.js, ConfirmationModal.js — interactive visual bus seat layout with real-time availability &amp; booking confirmation.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3648456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" y="3648456"/>
            <a:ext cx="91440" cy="1170432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" y="373989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🚌  Vehicle Discovery &amp; Favorites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93192" y="408736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Vehicles.js, Favorites.js, VehicleCard.js, BookingAlertToggle.js — browse routes, filter buses &amp; set alert subscriptions.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105156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051560"/>
            <a:ext cx="91440" cy="1170432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73752" y="11430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Notifications &amp; Alert Inbox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873752" y="1490472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Notifications.js, NotificationBadge.js — real-time inbox for delay alerts, booking confirmations &amp; SOS updates.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2350008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350008"/>
            <a:ext cx="91440" cy="1170432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3752" y="244144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 Driver Operations Portal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873752" y="278892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frontend/src/pages/driver/ — GPS broadcast toggle, active trip management, driver logs &amp; trip-start/end controls.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👑  Senim  —  Frontend Lead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51560"/>
            <a:ext cx="91440" cy="117043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" y="11430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Core Brand Pages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93192" y="1490472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Home.js, About.js, Contact.js, NotFound.js — public-facing identity, landing hero, feature highlights &amp; CTAs.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2350008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2350008"/>
            <a:ext cx="91440" cy="117043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244144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User Identity Flow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93192" y="278892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Profile.js, Settings.js, Auth.js, LoginForm.js &amp; RegisterForm.js — complete account creation &amp; user management journey.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3648456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" y="3648456"/>
            <a:ext cx="91440" cy="117043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" y="373989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Payment Page UI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93192" y="408736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Payment.js — Razorpay checkout UX, fare breakdown display, order summary &amp; payment success/failure screens.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105156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051560"/>
            <a:ext cx="91440" cy="117043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73752" y="11430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SOS Emergency UI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873752" y="1490472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trigger button, emergency status page &amp; alert confirmation UI — passenger safety interface connected to SOS backend.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2350008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350008"/>
            <a:ext cx="91440" cy="117043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3752" y="244144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Global Design System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873752" y="278892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CSS tokens, all component-level styles, Navbar.js, Footer.js, LoadingSpinner.js, App.js routing structure.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D63"/>
          </a:solidFill>
          <a:ln w="12700">
            <a:solidFill>
              <a:srgbClr val="1E4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C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— How It All Fits Together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2743200" cy="1920240"/>
          </a:xfrm>
          <a:prstGeom prst="rect">
            <a:avLst/>
          </a:prstGeom>
          <a:solidFill>
            <a:srgbClr val="1E4D63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914400"/>
            <a:ext cx="2743200" cy="384048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91440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Layer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3716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SPA · Role-based views for Commuter, Driver &amp; Admin · Leaflet live maps · Responsive design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91840" y="914400"/>
            <a:ext cx="2743200" cy="1920240"/>
          </a:xfrm>
          <a:prstGeom prst="rect">
            <a:avLst/>
          </a:prstGeom>
          <a:solidFill>
            <a:srgbClr val="1E4D63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914400"/>
            <a:ext cx="2743200" cy="384048"/>
          </a:xfrm>
          <a:prstGeom prst="rect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91440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Layer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13716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REST API · Socket.IO real-time · MongoDB · JWT Auth · Razorpay · Twilio · Nodemailer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355080" y="914400"/>
            <a:ext cx="2743200" cy="1920240"/>
          </a:xfrm>
          <a:prstGeom prst="rect">
            <a:avLst/>
          </a:prstGeom>
          <a:solidFill>
            <a:srgbClr val="1E4D63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55080" y="914400"/>
            <a:ext cx="2743200" cy="38404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91440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Microservice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46520" y="13716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FastAPI · Random Forest ETA · GradientBoosting Route &amp; Crowd · Groq Llama 3 Chatbot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990088" y="1874520"/>
            <a:ext cx="301752" cy="0"/>
          </a:xfrm>
          <a:prstGeom prst="line">
            <a:avLst/>
          </a:prstGeom>
          <a:noFill/>
          <a:ln w="25400">
            <a:solidFill>
              <a:srgbClr val="00C49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1874520"/>
            <a:ext cx="301752" cy="0"/>
          </a:xfrm>
          <a:prstGeom prst="line">
            <a:avLst/>
          </a:prstGeom>
          <a:noFill/>
          <a:ln w="25400">
            <a:solidFill>
              <a:srgbClr val="7B2FB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0175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Nations SDGs Addressed: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320" y="3401568"/>
            <a:ext cx="1965960" cy="475488"/>
          </a:xfrm>
          <a:prstGeom prst="rect">
            <a:avLst/>
          </a:prstGeom>
          <a:solidFill>
            <a:srgbClr val="1E4D63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401568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9  Innovation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423160" y="3401568"/>
            <a:ext cx="1965960" cy="475488"/>
          </a:xfrm>
          <a:prstGeom prst="rect">
            <a:avLst/>
          </a:prstGeom>
          <a:solidFill>
            <a:srgbClr val="1E4D63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23160" y="3401568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11  Sustainable Cities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0" y="3401568"/>
            <a:ext cx="1965960" cy="475488"/>
          </a:xfrm>
          <a:prstGeom prst="rect">
            <a:avLst/>
          </a:prstGeom>
          <a:solidFill>
            <a:srgbClr val="1E4D63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3401568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7  Clean Energy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720840" y="3401568"/>
            <a:ext cx="1965960" cy="475488"/>
          </a:xfrm>
          <a:prstGeom prst="rect">
            <a:avLst/>
          </a:prstGeom>
          <a:solidFill>
            <a:srgbClr val="1E4D63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20840" y="3401568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13  Climate Action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74320" y="406908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"Digitizing Public Transport — because real-time means real progress."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Contributions at a Glance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64592" y="914400"/>
            <a:ext cx="1600200" cy="3931920"/>
          </a:xfrm>
          <a:prstGeom prst="rect">
            <a:avLst/>
          </a:prstGeom>
          <a:solidFill>
            <a:srgbClr val="1E4D63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914400"/>
            <a:ext cx="1600200" cy="475488"/>
          </a:xfrm>
          <a:prstGeom prst="rect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" y="914400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Kaviya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10312" y="1435608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0C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Backend, Auth &amp; AI Ops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37744" y="1984248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Auth &amp; JWT/RBAC security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37744" y="2322576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tracking backend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37744" y="2660904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Booking &amp; payment backend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37744" y="2999232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Docker &amp; deployment (shared)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37744" y="333756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AI: Crowd Prediction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37744" y="3675888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AI: Route Optimization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938528" y="914400"/>
            <a:ext cx="1600200" cy="3931920"/>
          </a:xfrm>
          <a:prstGeom prst="rect">
            <a:avLst/>
          </a:prstGeom>
          <a:solidFill>
            <a:srgbClr val="1E4D63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38528" y="914400"/>
            <a:ext cx="1600200" cy="475488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38528" y="914400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Vinod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984248" y="1435608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Backend, AI &amp; DevOps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11680" y="1984248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Docker &amp; CI/CD (shared)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011680" y="2322576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Core server &amp; DB design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011680" y="2660904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Automation &amp; cron jobs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011680" y="2999232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Vehicle &amp; route APIs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011680" y="333756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AI: ETA Prediction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011680" y="3675888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AI: Chatbot + microservice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712464" y="914400"/>
            <a:ext cx="1600200" cy="3931920"/>
          </a:xfrm>
          <a:prstGeom prst="rect">
            <a:avLst/>
          </a:prstGeom>
          <a:solidFill>
            <a:srgbClr val="1E4D6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12464" y="914400"/>
            <a:ext cx="1600200" cy="475488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12464" y="914400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758184" y="1435608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Architect &amp; Admin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785616" y="1984248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Live tracking maps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785616" y="2322576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Dashboard &amp; notif backend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785616" y="2660904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Admin portal UI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785616" y="2999232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Frontend API layer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785616" y="333756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Shared UI components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486400" y="914400"/>
            <a:ext cx="1600200" cy="3931920"/>
          </a:xfrm>
          <a:prstGeom prst="rect">
            <a:avLst/>
          </a:prstGeom>
          <a:solidFill>
            <a:srgbClr val="1E4D6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0" y="914400"/>
            <a:ext cx="1600200" cy="475488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0" y="914400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Dhanush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532120" y="1435608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Feature Lead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559552" y="1984248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Booking &amp; ticket flow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559552" y="2322576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Seat map &amp; modals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559552" y="2660904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Vehicle discovery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559552" y="2999232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Notifications inbox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559552" y="333756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Driver portal UI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260336" y="914400"/>
            <a:ext cx="1600200" cy="3931920"/>
          </a:xfrm>
          <a:prstGeom prst="rect">
            <a:avLst/>
          </a:prstGeom>
          <a:solidFill>
            <a:srgbClr val="1E4D63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260336" y="914400"/>
            <a:ext cx="1600200" cy="47548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60336" y="914400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Senim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306056" y="1435608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Lead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333488" y="1984248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Brand pages (Home etc)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333488" y="2322576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 auth page UI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333488" y="2660904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Payment page UI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7333488" y="2999232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SOS emergency UI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333488" y="333756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Global design system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Lovely Professional University  •  Academic Project  •  Team of 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Public Transport Tracking &amp; Management System</dc:title>
  <dc:subject>PptxGenJS Presentation</dc:subject>
  <dc:creator>PptxGenJS</dc:creator>
  <cp:lastModifiedBy>PptxGenJS</cp:lastModifiedBy>
  <cp:revision>1</cp:revision>
  <dcterms:created xsi:type="dcterms:W3CDTF">2026-05-07T13:12:11Z</dcterms:created>
  <dcterms:modified xsi:type="dcterms:W3CDTF">2026-05-07T13:12:11Z</dcterms:modified>
</cp:coreProperties>
</file>